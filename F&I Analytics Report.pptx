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2E367C-F071-3237-B764-2FBA9EDFA6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1" y="1531374"/>
            <a:ext cx="4827639" cy="37977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7DCEC6"/>
      </a:accent1>
      <a:accent2>
        <a:srgbClr val="A1F7BF"/>
      </a:accent2>
      <a:accent3>
        <a:srgbClr val="CDFDE7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pranay shrivastava</dc:creator>
  <cp:lastModifiedBy>pranay shrivastava</cp:lastModifiedBy>
  <cp:revision>1</cp:revision>
  <dcterms:modified xsi:type="dcterms:W3CDTF">2026-02-02T05:49:30Z</dcterms:modified>
</cp:coreProperties>
</file>